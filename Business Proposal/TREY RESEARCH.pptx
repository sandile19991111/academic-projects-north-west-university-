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0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44" d="100"/>
          <a:sy n="44" d="100"/>
        </p:scale>
        <p:origin x="4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4-4A91-9190-0A3937A907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34-4A91-9190-0A3937A907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34-4A91-9190-0A3937A907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8577248"/>
        <c:axId val="268578496"/>
      </c:barChart>
      <c:catAx>
        <c:axId val="268577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8578496"/>
        <c:crosses val="autoZero"/>
        <c:auto val="1"/>
        <c:lblAlgn val="ctr"/>
        <c:lblOffset val="100"/>
        <c:noMultiLvlLbl val="0"/>
      </c:catAx>
      <c:valAx>
        <c:axId val="268578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8577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29A955-D23B-4C48-B104-5E556B134197}" type="doc">
      <dgm:prSet loTypeId="urn:microsoft.com/office/officeart/2005/8/layout/orgChart1" loCatId="hierarchy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ZA"/>
        </a:p>
      </dgm:t>
    </dgm:pt>
    <dgm:pt modelId="{42A078B6-B269-4248-96F8-B60D351844E5}">
      <dgm:prSet phldrT="[Text]"/>
      <dgm:spPr/>
      <dgm:t>
        <a:bodyPr/>
        <a:lstStyle/>
        <a:p>
          <a:r>
            <a:rPr lang="en-US" dirty="0" err="1"/>
            <a:t>Enterpreuer</a:t>
          </a:r>
          <a:endParaRPr lang="en-ZA" dirty="0"/>
        </a:p>
      </dgm:t>
    </dgm:pt>
    <dgm:pt modelId="{AB0CEC99-30E5-45C2-B865-0DE4DBAF8E5A}" type="parTrans" cxnId="{BAA94262-D4F9-440D-B60B-14312D08C463}">
      <dgm:prSet/>
      <dgm:spPr/>
      <dgm:t>
        <a:bodyPr/>
        <a:lstStyle/>
        <a:p>
          <a:endParaRPr lang="en-ZA"/>
        </a:p>
      </dgm:t>
    </dgm:pt>
    <dgm:pt modelId="{8B9DA4F3-F475-45EF-A33E-37169D37E10B}" type="sibTrans" cxnId="{BAA94262-D4F9-440D-B60B-14312D08C463}">
      <dgm:prSet/>
      <dgm:spPr/>
      <dgm:t>
        <a:bodyPr/>
        <a:lstStyle/>
        <a:p>
          <a:endParaRPr lang="en-ZA"/>
        </a:p>
      </dgm:t>
    </dgm:pt>
    <dgm:pt modelId="{55D7EAAB-316E-47CB-83CA-ECAADD919B6A}" type="asst">
      <dgm:prSet phldrT="[Text]"/>
      <dgm:spPr/>
      <dgm:t>
        <a:bodyPr/>
        <a:lstStyle/>
        <a:p>
          <a:r>
            <a:rPr lang="en-US" dirty="0"/>
            <a:t>business</a:t>
          </a:r>
          <a:endParaRPr lang="en-ZA" dirty="0"/>
        </a:p>
      </dgm:t>
    </dgm:pt>
    <dgm:pt modelId="{E2FFE821-3F7C-461D-8768-AF3BF280B1AD}" type="parTrans" cxnId="{1D292D6D-967E-4FAB-A9C7-95A73E7415C9}">
      <dgm:prSet/>
      <dgm:spPr/>
      <dgm:t>
        <a:bodyPr/>
        <a:lstStyle/>
        <a:p>
          <a:endParaRPr lang="en-ZA"/>
        </a:p>
      </dgm:t>
    </dgm:pt>
    <dgm:pt modelId="{1F871256-B10C-423C-8A19-91F5A36BDDB1}" type="sibTrans" cxnId="{1D292D6D-967E-4FAB-A9C7-95A73E7415C9}">
      <dgm:prSet/>
      <dgm:spPr/>
      <dgm:t>
        <a:bodyPr/>
        <a:lstStyle/>
        <a:p>
          <a:endParaRPr lang="en-ZA"/>
        </a:p>
      </dgm:t>
    </dgm:pt>
    <dgm:pt modelId="{B23352FF-E328-4B23-90AE-2985E086ED3B}">
      <dgm:prSet phldrT="[Text]"/>
      <dgm:spPr/>
      <dgm:t>
        <a:bodyPr/>
        <a:lstStyle/>
        <a:p>
          <a:r>
            <a:rPr lang="en-US" dirty="0"/>
            <a:t>money</a:t>
          </a:r>
          <a:endParaRPr lang="en-ZA" dirty="0"/>
        </a:p>
      </dgm:t>
    </dgm:pt>
    <dgm:pt modelId="{314372C5-5109-447D-9C81-FFB541C322C1}" type="parTrans" cxnId="{C31F273F-07C9-4430-993A-31334543CEFA}">
      <dgm:prSet/>
      <dgm:spPr/>
      <dgm:t>
        <a:bodyPr/>
        <a:lstStyle/>
        <a:p>
          <a:endParaRPr lang="en-ZA"/>
        </a:p>
      </dgm:t>
    </dgm:pt>
    <dgm:pt modelId="{4123B5EF-D9CB-437D-AE42-788E40C8360D}" type="sibTrans" cxnId="{C31F273F-07C9-4430-993A-31334543CEFA}">
      <dgm:prSet/>
      <dgm:spPr/>
      <dgm:t>
        <a:bodyPr/>
        <a:lstStyle/>
        <a:p>
          <a:endParaRPr lang="en-ZA"/>
        </a:p>
      </dgm:t>
    </dgm:pt>
    <dgm:pt modelId="{89AC8D9D-AF85-4B3F-AF7C-F3F0E6C24B08}">
      <dgm:prSet phldrT="[Text]"/>
      <dgm:spPr/>
      <dgm:t>
        <a:bodyPr/>
        <a:lstStyle/>
        <a:p>
          <a:r>
            <a:rPr lang="en-US" dirty="0"/>
            <a:t>apps</a:t>
          </a:r>
          <a:endParaRPr lang="en-ZA" dirty="0"/>
        </a:p>
      </dgm:t>
    </dgm:pt>
    <dgm:pt modelId="{12C04178-283D-466F-9642-F24661F21E18}" type="parTrans" cxnId="{48FE7005-415A-486B-8443-02403CDF31CC}">
      <dgm:prSet/>
      <dgm:spPr/>
      <dgm:t>
        <a:bodyPr/>
        <a:lstStyle/>
        <a:p>
          <a:endParaRPr lang="en-ZA"/>
        </a:p>
      </dgm:t>
    </dgm:pt>
    <dgm:pt modelId="{2DE2F923-AA08-4BF3-A0B9-B5E7A6D3ECCC}" type="sibTrans" cxnId="{48FE7005-415A-486B-8443-02403CDF31CC}">
      <dgm:prSet/>
      <dgm:spPr/>
      <dgm:t>
        <a:bodyPr/>
        <a:lstStyle/>
        <a:p>
          <a:endParaRPr lang="en-ZA"/>
        </a:p>
      </dgm:t>
    </dgm:pt>
    <dgm:pt modelId="{82211F77-C305-4DAD-AE02-BED864BFDC93}">
      <dgm:prSet phldrT="[Text]"/>
      <dgm:spPr/>
      <dgm:t>
        <a:bodyPr/>
        <a:lstStyle/>
        <a:p>
          <a:r>
            <a:rPr lang="en-US" dirty="0"/>
            <a:t>profit</a:t>
          </a:r>
          <a:endParaRPr lang="en-ZA" dirty="0"/>
        </a:p>
      </dgm:t>
    </dgm:pt>
    <dgm:pt modelId="{42C904A8-3723-406D-8628-C243DADBBB24}" type="parTrans" cxnId="{B6D9FB54-F411-4A66-B2B7-738F74494597}">
      <dgm:prSet/>
      <dgm:spPr/>
      <dgm:t>
        <a:bodyPr/>
        <a:lstStyle/>
        <a:p>
          <a:endParaRPr lang="en-ZA"/>
        </a:p>
      </dgm:t>
    </dgm:pt>
    <dgm:pt modelId="{EA3EBEC3-4F1E-4498-A8DB-CCB893563A10}" type="sibTrans" cxnId="{B6D9FB54-F411-4A66-B2B7-738F74494597}">
      <dgm:prSet/>
      <dgm:spPr/>
      <dgm:t>
        <a:bodyPr/>
        <a:lstStyle/>
        <a:p>
          <a:endParaRPr lang="en-ZA"/>
        </a:p>
      </dgm:t>
    </dgm:pt>
    <dgm:pt modelId="{09849CFB-70AC-4943-B9EF-722CFE68B5BD}" type="pres">
      <dgm:prSet presAssocID="{CC29A955-D23B-4C48-B104-5E556B13419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9AB1740-9C9E-4F31-8C66-A5F87EB68110}" type="pres">
      <dgm:prSet presAssocID="{42A078B6-B269-4248-96F8-B60D351844E5}" presName="hierRoot1" presStyleCnt="0">
        <dgm:presLayoutVars>
          <dgm:hierBranch val="init"/>
        </dgm:presLayoutVars>
      </dgm:prSet>
      <dgm:spPr/>
    </dgm:pt>
    <dgm:pt modelId="{7C08B079-B898-4C2E-99C6-7278B9724166}" type="pres">
      <dgm:prSet presAssocID="{42A078B6-B269-4248-96F8-B60D351844E5}" presName="rootComposite1" presStyleCnt="0"/>
      <dgm:spPr/>
    </dgm:pt>
    <dgm:pt modelId="{FE6BAC07-3FC0-4CEA-AC60-FCF9E4CD4505}" type="pres">
      <dgm:prSet presAssocID="{42A078B6-B269-4248-96F8-B60D351844E5}" presName="rootText1" presStyleLbl="node0" presStyleIdx="0" presStyleCnt="1">
        <dgm:presLayoutVars>
          <dgm:chPref val="3"/>
        </dgm:presLayoutVars>
      </dgm:prSet>
      <dgm:spPr/>
    </dgm:pt>
    <dgm:pt modelId="{F17F94C7-CA49-45E5-B9E1-9397074A1FE6}" type="pres">
      <dgm:prSet presAssocID="{42A078B6-B269-4248-96F8-B60D351844E5}" presName="rootConnector1" presStyleLbl="node1" presStyleIdx="0" presStyleCnt="0"/>
      <dgm:spPr/>
    </dgm:pt>
    <dgm:pt modelId="{C91A2C93-9E77-4F29-83D7-CEABC491B033}" type="pres">
      <dgm:prSet presAssocID="{42A078B6-B269-4248-96F8-B60D351844E5}" presName="hierChild2" presStyleCnt="0"/>
      <dgm:spPr/>
    </dgm:pt>
    <dgm:pt modelId="{625D04CB-805B-42BE-8E27-69A7484232E7}" type="pres">
      <dgm:prSet presAssocID="{314372C5-5109-447D-9C81-FFB541C322C1}" presName="Name37" presStyleLbl="parChTrans1D2" presStyleIdx="0" presStyleCnt="4"/>
      <dgm:spPr/>
    </dgm:pt>
    <dgm:pt modelId="{BAF03931-32F0-4556-B4CD-CE7584576BD7}" type="pres">
      <dgm:prSet presAssocID="{B23352FF-E328-4B23-90AE-2985E086ED3B}" presName="hierRoot2" presStyleCnt="0">
        <dgm:presLayoutVars>
          <dgm:hierBranch val="init"/>
        </dgm:presLayoutVars>
      </dgm:prSet>
      <dgm:spPr/>
    </dgm:pt>
    <dgm:pt modelId="{B125758D-87B9-4D83-8D6E-EAE4797B0550}" type="pres">
      <dgm:prSet presAssocID="{B23352FF-E328-4B23-90AE-2985E086ED3B}" presName="rootComposite" presStyleCnt="0"/>
      <dgm:spPr/>
    </dgm:pt>
    <dgm:pt modelId="{79C919AE-68BC-47D3-95F8-60E65A54F75D}" type="pres">
      <dgm:prSet presAssocID="{B23352FF-E328-4B23-90AE-2985E086ED3B}" presName="rootText" presStyleLbl="node2" presStyleIdx="0" presStyleCnt="3">
        <dgm:presLayoutVars>
          <dgm:chPref val="3"/>
        </dgm:presLayoutVars>
      </dgm:prSet>
      <dgm:spPr/>
    </dgm:pt>
    <dgm:pt modelId="{D210ACC4-AB23-4728-B5DA-659680BF7C67}" type="pres">
      <dgm:prSet presAssocID="{B23352FF-E328-4B23-90AE-2985E086ED3B}" presName="rootConnector" presStyleLbl="node2" presStyleIdx="0" presStyleCnt="3"/>
      <dgm:spPr/>
    </dgm:pt>
    <dgm:pt modelId="{9209A7B0-26B3-4A11-B388-3716C1017451}" type="pres">
      <dgm:prSet presAssocID="{B23352FF-E328-4B23-90AE-2985E086ED3B}" presName="hierChild4" presStyleCnt="0"/>
      <dgm:spPr/>
    </dgm:pt>
    <dgm:pt modelId="{B5223FD7-47F2-486F-91FF-B8E19F31C089}" type="pres">
      <dgm:prSet presAssocID="{B23352FF-E328-4B23-90AE-2985E086ED3B}" presName="hierChild5" presStyleCnt="0"/>
      <dgm:spPr/>
    </dgm:pt>
    <dgm:pt modelId="{A3B2D6B3-8004-4D79-9D8B-71865782E4DE}" type="pres">
      <dgm:prSet presAssocID="{12C04178-283D-466F-9642-F24661F21E18}" presName="Name37" presStyleLbl="parChTrans1D2" presStyleIdx="1" presStyleCnt="4"/>
      <dgm:spPr/>
    </dgm:pt>
    <dgm:pt modelId="{8E0BC0D2-61BA-4610-97DA-DFFB64F03780}" type="pres">
      <dgm:prSet presAssocID="{89AC8D9D-AF85-4B3F-AF7C-F3F0E6C24B08}" presName="hierRoot2" presStyleCnt="0">
        <dgm:presLayoutVars>
          <dgm:hierBranch val="init"/>
        </dgm:presLayoutVars>
      </dgm:prSet>
      <dgm:spPr/>
    </dgm:pt>
    <dgm:pt modelId="{E3D4F535-83A0-47D4-B5FC-09CB0F71AAE5}" type="pres">
      <dgm:prSet presAssocID="{89AC8D9D-AF85-4B3F-AF7C-F3F0E6C24B08}" presName="rootComposite" presStyleCnt="0"/>
      <dgm:spPr/>
    </dgm:pt>
    <dgm:pt modelId="{0EB501E4-446C-4879-9DBD-695762AFDFFD}" type="pres">
      <dgm:prSet presAssocID="{89AC8D9D-AF85-4B3F-AF7C-F3F0E6C24B08}" presName="rootText" presStyleLbl="node2" presStyleIdx="1" presStyleCnt="3">
        <dgm:presLayoutVars>
          <dgm:chPref val="3"/>
        </dgm:presLayoutVars>
      </dgm:prSet>
      <dgm:spPr/>
    </dgm:pt>
    <dgm:pt modelId="{FD774DFE-1E07-493A-BB1C-97B0160FD455}" type="pres">
      <dgm:prSet presAssocID="{89AC8D9D-AF85-4B3F-AF7C-F3F0E6C24B08}" presName="rootConnector" presStyleLbl="node2" presStyleIdx="1" presStyleCnt="3"/>
      <dgm:spPr/>
    </dgm:pt>
    <dgm:pt modelId="{51D51B60-AE4C-4055-872D-D47091B11F82}" type="pres">
      <dgm:prSet presAssocID="{89AC8D9D-AF85-4B3F-AF7C-F3F0E6C24B08}" presName="hierChild4" presStyleCnt="0"/>
      <dgm:spPr/>
    </dgm:pt>
    <dgm:pt modelId="{0683A3B6-5BC5-4D5A-90F9-09B39DD25E4E}" type="pres">
      <dgm:prSet presAssocID="{89AC8D9D-AF85-4B3F-AF7C-F3F0E6C24B08}" presName="hierChild5" presStyleCnt="0"/>
      <dgm:spPr/>
    </dgm:pt>
    <dgm:pt modelId="{98BAF7FD-697B-4B09-A2FB-91CFA2005FA6}" type="pres">
      <dgm:prSet presAssocID="{42C904A8-3723-406D-8628-C243DADBBB24}" presName="Name37" presStyleLbl="parChTrans1D2" presStyleIdx="2" presStyleCnt="4"/>
      <dgm:spPr/>
    </dgm:pt>
    <dgm:pt modelId="{E8630D4E-6DE7-4088-AD10-F78D85FC3E63}" type="pres">
      <dgm:prSet presAssocID="{82211F77-C305-4DAD-AE02-BED864BFDC93}" presName="hierRoot2" presStyleCnt="0">
        <dgm:presLayoutVars>
          <dgm:hierBranch val="init"/>
        </dgm:presLayoutVars>
      </dgm:prSet>
      <dgm:spPr/>
    </dgm:pt>
    <dgm:pt modelId="{6FF0F01E-26AF-465A-8754-8E51AFE81E50}" type="pres">
      <dgm:prSet presAssocID="{82211F77-C305-4DAD-AE02-BED864BFDC93}" presName="rootComposite" presStyleCnt="0"/>
      <dgm:spPr/>
    </dgm:pt>
    <dgm:pt modelId="{9AC0143A-D6FE-446B-BAE6-36725B0F68FE}" type="pres">
      <dgm:prSet presAssocID="{82211F77-C305-4DAD-AE02-BED864BFDC93}" presName="rootText" presStyleLbl="node2" presStyleIdx="2" presStyleCnt="3">
        <dgm:presLayoutVars>
          <dgm:chPref val="3"/>
        </dgm:presLayoutVars>
      </dgm:prSet>
      <dgm:spPr/>
    </dgm:pt>
    <dgm:pt modelId="{CF15E03D-97FA-4710-A1E1-F144DEDF3CD0}" type="pres">
      <dgm:prSet presAssocID="{82211F77-C305-4DAD-AE02-BED864BFDC93}" presName="rootConnector" presStyleLbl="node2" presStyleIdx="2" presStyleCnt="3"/>
      <dgm:spPr/>
    </dgm:pt>
    <dgm:pt modelId="{9BB1CD6D-031D-4745-8055-53A5B29C4D47}" type="pres">
      <dgm:prSet presAssocID="{82211F77-C305-4DAD-AE02-BED864BFDC93}" presName="hierChild4" presStyleCnt="0"/>
      <dgm:spPr/>
    </dgm:pt>
    <dgm:pt modelId="{37F5A939-B8CC-438B-B72F-3FAAC8B101A7}" type="pres">
      <dgm:prSet presAssocID="{82211F77-C305-4DAD-AE02-BED864BFDC93}" presName="hierChild5" presStyleCnt="0"/>
      <dgm:spPr/>
    </dgm:pt>
    <dgm:pt modelId="{3E766429-E5DD-4342-A6D6-8483C4BB94D7}" type="pres">
      <dgm:prSet presAssocID="{42A078B6-B269-4248-96F8-B60D351844E5}" presName="hierChild3" presStyleCnt="0"/>
      <dgm:spPr/>
    </dgm:pt>
    <dgm:pt modelId="{36F61094-E197-4C4D-B142-A244F9F66D3A}" type="pres">
      <dgm:prSet presAssocID="{E2FFE821-3F7C-461D-8768-AF3BF280B1AD}" presName="Name111" presStyleLbl="parChTrans1D2" presStyleIdx="3" presStyleCnt="4"/>
      <dgm:spPr/>
    </dgm:pt>
    <dgm:pt modelId="{E87B593E-80B0-46DD-8DC0-23B555F2DAF4}" type="pres">
      <dgm:prSet presAssocID="{55D7EAAB-316E-47CB-83CA-ECAADD919B6A}" presName="hierRoot3" presStyleCnt="0">
        <dgm:presLayoutVars>
          <dgm:hierBranch val="init"/>
        </dgm:presLayoutVars>
      </dgm:prSet>
      <dgm:spPr/>
    </dgm:pt>
    <dgm:pt modelId="{ABA6FEE4-6B6C-47F7-9889-276A06C26897}" type="pres">
      <dgm:prSet presAssocID="{55D7EAAB-316E-47CB-83CA-ECAADD919B6A}" presName="rootComposite3" presStyleCnt="0"/>
      <dgm:spPr/>
    </dgm:pt>
    <dgm:pt modelId="{4DE6845A-24E2-441E-AE9E-6172AF637242}" type="pres">
      <dgm:prSet presAssocID="{55D7EAAB-316E-47CB-83CA-ECAADD919B6A}" presName="rootText3" presStyleLbl="asst1" presStyleIdx="0" presStyleCnt="1">
        <dgm:presLayoutVars>
          <dgm:chPref val="3"/>
        </dgm:presLayoutVars>
      </dgm:prSet>
      <dgm:spPr/>
    </dgm:pt>
    <dgm:pt modelId="{834CBBAC-492E-4704-8C6A-49F949A62D86}" type="pres">
      <dgm:prSet presAssocID="{55D7EAAB-316E-47CB-83CA-ECAADD919B6A}" presName="rootConnector3" presStyleLbl="asst1" presStyleIdx="0" presStyleCnt="1"/>
      <dgm:spPr/>
    </dgm:pt>
    <dgm:pt modelId="{543568CE-C3EE-4AF8-9273-BD403C1C7B4D}" type="pres">
      <dgm:prSet presAssocID="{55D7EAAB-316E-47CB-83CA-ECAADD919B6A}" presName="hierChild6" presStyleCnt="0"/>
      <dgm:spPr/>
    </dgm:pt>
    <dgm:pt modelId="{9CE9B7A1-95C4-42BC-89AF-AA9C7B0D3888}" type="pres">
      <dgm:prSet presAssocID="{55D7EAAB-316E-47CB-83CA-ECAADD919B6A}" presName="hierChild7" presStyleCnt="0"/>
      <dgm:spPr/>
    </dgm:pt>
  </dgm:ptLst>
  <dgm:cxnLst>
    <dgm:cxn modelId="{48FE7005-415A-486B-8443-02403CDF31CC}" srcId="{42A078B6-B269-4248-96F8-B60D351844E5}" destId="{89AC8D9D-AF85-4B3F-AF7C-F3F0E6C24B08}" srcOrd="2" destOrd="0" parTransId="{12C04178-283D-466F-9642-F24661F21E18}" sibTransId="{2DE2F923-AA08-4BF3-A0B9-B5E7A6D3ECCC}"/>
    <dgm:cxn modelId="{99CEF00D-67B6-48A7-9716-5064BB6DA314}" type="presOf" srcId="{55D7EAAB-316E-47CB-83CA-ECAADD919B6A}" destId="{4DE6845A-24E2-441E-AE9E-6172AF637242}" srcOrd="0" destOrd="0" presId="urn:microsoft.com/office/officeart/2005/8/layout/orgChart1"/>
    <dgm:cxn modelId="{F20BB215-430F-467C-85C5-7485FA615635}" type="presOf" srcId="{314372C5-5109-447D-9C81-FFB541C322C1}" destId="{625D04CB-805B-42BE-8E27-69A7484232E7}" srcOrd="0" destOrd="0" presId="urn:microsoft.com/office/officeart/2005/8/layout/orgChart1"/>
    <dgm:cxn modelId="{A49C722E-5A43-4721-8061-178E0FEF35D4}" type="presOf" srcId="{12C04178-283D-466F-9642-F24661F21E18}" destId="{A3B2D6B3-8004-4D79-9D8B-71865782E4DE}" srcOrd="0" destOrd="0" presId="urn:microsoft.com/office/officeart/2005/8/layout/orgChart1"/>
    <dgm:cxn modelId="{C31F273F-07C9-4430-993A-31334543CEFA}" srcId="{42A078B6-B269-4248-96F8-B60D351844E5}" destId="{B23352FF-E328-4B23-90AE-2985E086ED3B}" srcOrd="1" destOrd="0" parTransId="{314372C5-5109-447D-9C81-FFB541C322C1}" sibTransId="{4123B5EF-D9CB-437D-AE42-788E40C8360D}"/>
    <dgm:cxn modelId="{BAA94262-D4F9-440D-B60B-14312D08C463}" srcId="{CC29A955-D23B-4C48-B104-5E556B134197}" destId="{42A078B6-B269-4248-96F8-B60D351844E5}" srcOrd="0" destOrd="0" parTransId="{AB0CEC99-30E5-45C2-B865-0DE4DBAF8E5A}" sibTransId="{8B9DA4F3-F475-45EF-A33E-37169D37E10B}"/>
    <dgm:cxn modelId="{1D88F662-50D0-445A-9451-9A40A8395DB1}" type="presOf" srcId="{42A078B6-B269-4248-96F8-B60D351844E5}" destId="{FE6BAC07-3FC0-4CEA-AC60-FCF9E4CD4505}" srcOrd="0" destOrd="0" presId="urn:microsoft.com/office/officeart/2005/8/layout/orgChart1"/>
    <dgm:cxn modelId="{78AE7064-2851-4E02-A038-A321EBA8E3D6}" type="presOf" srcId="{82211F77-C305-4DAD-AE02-BED864BFDC93}" destId="{CF15E03D-97FA-4710-A1E1-F144DEDF3CD0}" srcOrd="1" destOrd="0" presId="urn:microsoft.com/office/officeart/2005/8/layout/orgChart1"/>
    <dgm:cxn modelId="{792ABF45-F50C-4D42-80BB-99929A2B7F40}" type="presOf" srcId="{89AC8D9D-AF85-4B3F-AF7C-F3F0E6C24B08}" destId="{0EB501E4-446C-4879-9DBD-695762AFDFFD}" srcOrd="0" destOrd="0" presId="urn:microsoft.com/office/officeart/2005/8/layout/orgChart1"/>
    <dgm:cxn modelId="{7BD70F69-FDCF-45BB-9A12-F892AB09D409}" type="presOf" srcId="{82211F77-C305-4DAD-AE02-BED864BFDC93}" destId="{9AC0143A-D6FE-446B-BAE6-36725B0F68FE}" srcOrd="0" destOrd="0" presId="urn:microsoft.com/office/officeart/2005/8/layout/orgChart1"/>
    <dgm:cxn modelId="{1D292D6D-967E-4FAB-A9C7-95A73E7415C9}" srcId="{42A078B6-B269-4248-96F8-B60D351844E5}" destId="{55D7EAAB-316E-47CB-83CA-ECAADD919B6A}" srcOrd="0" destOrd="0" parTransId="{E2FFE821-3F7C-461D-8768-AF3BF280B1AD}" sibTransId="{1F871256-B10C-423C-8A19-91F5A36BDDB1}"/>
    <dgm:cxn modelId="{B6D9FB54-F411-4A66-B2B7-738F74494597}" srcId="{42A078B6-B269-4248-96F8-B60D351844E5}" destId="{82211F77-C305-4DAD-AE02-BED864BFDC93}" srcOrd="3" destOrd="0" parTransId="{42C904A8-3723-406D-8628-C243DADBBB24}" sibTransId="{EA3EBEC3-4F1E-4498-A8DB-CCB893563A10}"/>
    <dgm:cxn modelId="{7F3CFF76-5C8D-448F-933D-546886153735}" type="presOf" srcId="{42C904A8-3723-406D-8628-C243DADBBB24}" destId="{98BAF7FD-697B-4B09-A2FB-91CFA2005FA6}" srcOrd="0" destOrd="0" presId="urn:microsoft.com/office/officeart/2005/8/layout/orgChart1"/>
    <dgm:cxn modelId="{C4A14282-F135-46C3-8B48-547394251F07}" type="presOf" srcId="{B23352FF-E328-4B23-90AE-2985E086ED3B}" destId="{79C919AE-68BC-47D3-95F8-60E65A54F75D}" srcOrd="0" destOrd="0" presId="urn:microsoft.com/office/officeart/2005/8/layout/orgChart1"/>
    <dgm:cxn modelId="{F853A699-B0CC-4569-997F-4055EB73F7A7}" type="presOf" srcId="{CC29A955-D23B-4C48-B104-5E556B134197}" destId="{09849CFB-70AC-4943-B9EF-722CFE68B5BD}" srcOrd="0" destOrd="0" presId="urn:microsoft.com/office/officeart/2005/8/layout/orgChart1"/>
    <dgm:cxn modelId="{71726DA4-4747-42CE-AC2F-2A3743AE9E21}" type="presOf" srcId="{E2FFE821-3F7C-461D-8768-AF3BF280B1AD}" destId="{36F61094-E197-4C4D-B142-A244F9F66D3A}" srcOrd="0" destOrd="0" presId="urn:microsoft.com/office/officeart/2005/8/layout/orgChart1"/>
    <dgm:cxn modelId="{893554B2-1F11-4252-BE8B-2D7790D368A7}" type="presOf" srcId="{89AC8D9D-AF85-4B3F-AF7C-F3F0E6C24B08}" destId="{FD774DFE-1E07-493A-BB1C-97B0160FD455}" srcOrd="1" destOrd="0" presId="urn:microsoft.com/office/officeart/2005/8/layout/orgChart1"/>
    <dgm:cxn modelId="{F2DD73D7-D306-4356-BE2E-F2DA4A4955C7}" type="presOf" srcId="{42A078B6-B269-4248-96F8-B60D351844E5}" destId="{F17F94C7-CA49-45E5-B9E1-9397074A1FE6}" srcOrd="1" destOrd="0" presId="urn:microsoft.com/office/officeart/2005/8/layout/orgChart1"/>
    <dgm:cxn modelId="{AC7866EC-C817-489D-85B1-0D5B32DFC850}" type="presOf" srcId="{55D7EAAB-316E-47CB-83CA-ECAADD919B6A}" destId="{834CBBAC-492E-4704-8C6A-49F949A62D86}" srcOrd="1" destOrd="0" presId="urn:microsoft.com/office/officeart/2005/8/layout/orgChart1"/>
    <dgm:cxn modelId="{7408D9F2-76B5-4185-A494-80BE5398FCEA}" type="presOf" srcId="{B23352FF-E328-4B23-90AE-2985E086ED3B}" destId="{D210ACC4-AB23-4728-B5DA-659680BF7C67}" srcOrd="1" destOrd="0" presId="urn:microsoft.com/office/officeart/2005/8/layout/orgChart1"/>
    <dgm:cxn modelId="{C7F0E3C5-EBDA-4868-846D-ABA1908A6B38}" type="presParOf" srcId="{09849CFB-70AC-4943-B9EF-722CFE68B5BD}" destId="{F9AB1740-9C9E-4F31-8C66-A5F87EB68110}" srcOrd="0" destOrd="0" presId="urn:microsoft.com/office/officeart/2005/8/layout/orgChart1"/>
    <dgm:cxn modelId="{FD9461D3-A036-413C-B8A5-CBD04FBA584C}" type="presParOf" srcId="{F9AB1740-9C9E-4F31-8C66-A5F87EB68110}" destId="{7C08B079-B898-4C2E-99C6-7278B9724166}" srcOrd="0" destOrd="0" presId="urn:microsoft.com/office/officeart/2005/8/layout/orgChart1"/>
    <dgm:cxn modelId="{DEEF7BAA-90EC-4BDD-8C30-9B5B35A740AF}" type="presParOf" srcId="{7C08B079-B898-4C2E-99C6-7278B9724166}" destId="{FE6BAC07-3FC0-4CEA-AC60-FCF9E4CD4505}" srcOrd="0" destOrd="0" presId="urn:microsoft.com/office/officeart/2005/8/layout/orgChart1"/>
    <dgm:cxn modelId="{79D26E2A-B672-42C6-9FAD-CC0806F7F332}" type="presParOf" srcId="{7C08B079-B898-4C2E-99C6-7278B9724166}" destId="{F17F94C7-CA49-45E5-B9E1-9397074A1FE6}" srcOrd="1" destOrd="0" presId="urn:microsoft.com/office/officeart/2005/8/layout/orgChart1"/>
    <dgm:cxn modelId="{C6517687-AEA3-49B8-B64B-2115F8A61E70}" type="presParOf" srcId="{F9AB1740-9C9E-4F31-8C66-A5F87EB68110}" destId="{C91A2C93-9E77-4F29-83D7-CEABC491B033}" srcOrd="1" destOrd="0" presId="urn:microsoft.com/office/officeart/2005/8/layout/orgChart1"/>
    <dgm:cxn modelId="{5AD30C9B-5C1F-4D0E-8B7E-CE6269B3E04A}" type="presParOf" srcId="{C91A2C93-9E77-4F29-83D7-CEABC491B033}" destId="{625D04CB-805B-42BE-8E27-69A7484232E7}" srcOrd="0" destOrd="0" presId="urn:microsoft.com/office/officeart/2005/8/layout/orgChart1"/>
    <dgm:cxn modelId="{19543642-6D95-45D3-B866-578369327818}" type="presParOf" srcId="{C91A2C93-9E77-4F29-83D7-CEABC491B033}" destId="{BAF03931-32F0-4556-B4CD-CE7584576BD7}" srcOrd="1" destOrd="0" presId="urn:microsoft.com/office/officeart/2005/8/layout/orgChart1"/>
    <dgm:cxn modelId="{4FA58BD3-8E37-4009-AE43-D9C53BD8B83E}" type="presParOf" srcId="{BAF03931-32F0-4556-B4CD-CE7584576BD7}" destId="{B125758D-87B9-4D83-8D6E-EAE4797B0550}" srcOrd="0" destOrd="0" presId="urn:microsoft.com/office/officeart/2005/8/layout/orgChart1"/>
    <dgm:cxn modelId="{D453963E-1132-443A-A64C-2A105D94318F}" type="presParOf" srcId="{B125758D-87B9-4D83-8D6E-EAE4797B0550}" destId="{79C919AE-68BC-47D3-95F8-60E65A54F75D}" srcOrd="0" destOrd="0" presId="urn:microsoft.com/office/officeart/2005/8/layout/orgChart1"/>
    <dgm:cxn modelId="{78FC5D2D-6684-4123-B085-16D2F9DB183E}" type="presParOf" srcId="{B125758D-87B9-4D83-8D6E-EAE4797B0550}" destId="{D210ACC4-AB23-4728-B5DA-659680BF7C67}" srcOrd="1" destOrd="0" presId="urn:microsoft.com/office/officeart/2005/8/layout/orgChart1"/>
    <dgm:cxn modelId="{AEA5D37F-AB6D-447C-ABCF-77AB76E59985}" type="presParOf" srcId="{BAF03931-32F0-4556-B4CD-CE7584576BD7}" destId="{9209A7B0-26B3-4A11-B388-3716C1017451}" srcOrd="1" destOrd="0" presId="urn:microsoft.com/office/officeart/2005/8/layout/orgChart1"/>
    <dgm:cxn modelId="{91036EB1-A18D-4A4E-B0E1-33A6831B2868}" type="presParOf" srcId="{BAF03931-32F0-4556-B4CD-CE7584576BD7}" destId="{B5223FD7-47F2-486F-91FF-B8E19F31C089}" srcOrd="2" destOrd="0" presId="urn:microsoft.com/office/officeart/2005/8/layout/orgChart1"/>
    <dgm:cxn modelId="{012FFE97-E716-4FC7-97C4-E368D22F8FBE}" type="presParOf" srcId="{C91A2C93-9E77-4F29-83D7-CEABC491B033}" destId="{A3B2D6B3-8004-4D79-9D8B-71865782E4DE}" srcOrd="2" destOrd="0" presId="urn:microsoft.com/office/officeart/2005/8/layout/orgChart1"/>
    <dgm:cxn modelId="{053B9CE8-0247-4158-B43A-0A73B5AC20E8}" type="presParOf" srcId="{C91A2C93-9E77-4F29-83D7-CEABC491B033}" destId="{8E0BC0D2-61BA-4610-97DA-DFFB64F03780}" srcOrd="3" destOrd="0" presId="urn:microsoft.com/office/officeart/2005/8/layout/orgChart1"/>
    <dgm:cxn modelId="{DA613A76-71C3-48C9-8B58-1D3D538A9768}" type="presParOf" srcId="{8E0BC0D2-61BA-4610-97DA-DFFB64F03780}" destId="{E3D4F535-83A0-47D4-B5FC-09CB0F71AAE5}" srcOrd="0" destOrd="0" presId="urn:microsoft.com/office/officeart/2005/8/layout/orgChart1"/>
    <dgm:cxn modelId="{9F0DB786-A983-47BC-ABA5-DB6AB1520EB9}" type="presParOf" srcId="{E3D4F535-83A0-47D4-B5FC-09CB0F71AAE5}" destId="{0EB501E4-446C-4879-9DBD-695762AFDFFD}" srcOrd="0" destOrd="0" presId="urn:microsoft.com/office/officeart/2005/8/layout/orgChart1"/>
    <dgm:cxn modelId="{5DB4E31C-2628-4A4C-A2E0-58DB2AC6C801}" type="presParOf" srcId="{E3D4F535-83A0-47D4-B5FC-09CB0F71AAE5}" destId="{FD774DFE-1E07-493A-BB1C-97B0160FD455}" srcOrd="1" destOrd="0" presId="urn:microsoft.com/office/officeart/2005/8/layout/orgChart1"/>
    <dgm:cxn modelId="{496EBD1C-3134-4F48-9FAB-EC1166E471B7}" type="presParOf" srcId="{8E0BC0D2-61BA-4610-97DA-DFFB64F03780}" destId="{51D51B60-AE4C-4055-872D-D47091B11F82}" srcOrd="1" destOrd="0" presId="urn:microsoft.com/office/officeart/2005/8/layout/orgChart1"/>
    <dgm:cxn modelId="{095F6E1D-9637-4D96-8D6F-44C1F297A982}" type="presParOf" srcId="{8E0BC0D2-61BA-4610-97DA-DFFB64F03780}" destId="{0683A3B6-5BC5-4D5A-90F9-09B39DD25E4E}" srcOrd="2" destOrd="0" presId="urn:microsoft.com/office/officeart/2005/8/layout/orgChart1"/>
    <dgm:cxn modelId="{6F9B35BC-4ECA-4E4E-A694-3BD810BC33E1}" type="presParOf" srcId="{C91A2C93-9E77-4F29-83D7-CEABC491B033}" destId="{98BAF7FD-697B-4B09-A2FB-91CFA2005FA6}" srcOrd="4" destOrd="0" presId="urn:microsoft.com/office/officeart/2005/8/layout/orgChart1"/>
    <dgm:cxn modelId="{7D4559D3-ED2E-4A76-9677-FD220247859E}" type="presParOf" srcId="{C91A2C93-9E77-4F29-83D7-CEABC491B033}" destId="{E8630D4E-6DE7-4088-AD10-F78D85FC3E63}" srcOrd="5" destOrd="0" presId="urn:microsoft.com/office/officeart/2005/8/layout/orgChart1"/>
    <dgm:cxn modelId="{9D236A69-60E3-4AD1-BA5F-D32CC6324720}" type="presParOf" srcId="{E8630D4E-6DE7-4088-AD10-F78D85FC3E63}" destId="{6FF0F01E-26AF-465A-8754-8E51AFE81E50}" srcOrd="0" destOrd="0" presId="urn:microsoft.com/office/officeart/2005/8/layout/orgChart1"/>
    <dgm:cxn modelId="{B20D9E91-B120-45E0-9692-B35B8528E53D}" type="presParOf" srcId="{6FF0F01E-26AF-465A-8754-8E51AFE81E50}" destId="{9AC0143A-D6FE-446B-BAE6-36725B0F68FE}" srcOrd="0" destOrd="0" presId="urn:microsoft.com/office/officeart/2005/8/layout/orgChart1"/>
    <dgm:cxn modelId="{1576E326-C642-49BA-B119-E93F277DC074}" type="presParOf" srcId="{6FF0F01E-26AF-465A-8754-8E51AFE81E50}" destId="{CF15E03D-97FA-4710-A1E1-F144DEDF3CD0}" srcOrd="1" destOrd="0" presId="urn:microsoft.com/office/officeart/2005/8/layout/orgChart1"/>
    <dgm:cxn modelId="{74B4BA28-6FFC-4271-B744-1D4DB80E93B6}" type="presParOf" srcId="{E8630D4E-6DE7-4088-AD10-F78D85FC3E63}" destId="{9BB1CD6D-031D-4745-8055-53A5B29C4D47}" srcOrd="1" destOrd="0" presId="urn:microsoft.com/office/officeart/2005/8/layout/orgChart1"/>
    <dgm:cxn modelId="{E85DCB79-064F-4485-9329-7B36B06BB2D1}" type="presParOf" srcId="{E8630D4E-6DE7-4088-AD10-F78D85FC3E63}" destId="{37F5A939-B8CC-438B-B72F-3FAAC8B101A7}" srcOrd="2" destOrd="0" presId="urn:microsoft.com/office/officeart/2005/8/layout/orgChart1"/>
    <dgm:cxn modelId="{614E9EDE-CC07-4315-83A9-91AB60DD9A09}" type="presParOf" srcId="{F9AB1740-9C9E-4F31-8C66-A5F87EB68110}" destId="{3E766429-E5DD-4342-A6D6-8483C4BB94D7}" srcOrd="2" destOrd="0" presId="urn:microsoft.com/office/officeart/2005/8/layout/orgChart1"/>
    <dgm:cxn modelId="{DF718A96-91F1-43B8-9588-A3D4D6EC7E62}" type="presParOf" srcId="{3E766429-E5DD-4342-A6D6-8483C4BB94D7}" destId="{36F61094-E197-4C4D-B142-A244F9F66D3A}" srcOrd="0" destOrd="0" presId="urn:microsoft.com/office/officeart/2005/8/layout/orgChart1"/>
    <dgm:cxn modelId="{13E9FB6A-A5EC-46F7-9AE2-44F510AE0D22}" type="presParOf" srcId="{3E766429-E5DD-4342-A6D6-8483C4BB94D7}" destId="{E87B593E-80B0-46DD-8DC0-23B555F2DAF4}" srcOrd="1" destOrd="0" presId="urn:microsoft.com/office/officeart/2005/8/layout/orgChart1"/>
    <dgm:cxn modelId="{57544BC2-5F1A-40E0-9C4D-513277F8FAB3}" type="presParOf" srcId="{E87B593E-80B0-46DD-8DC0-23B555F2DAF4}" destId="{ABA6FEE4-6B6C-47F7-9889-276A06C26897}" srcOrd="0" destOrd="0" presId="urn:microsoft.com/office/officeart/2005/8/layout/orgChart1"/>
    <dgm:cxn modelId="{D0E07D35-6C28-4362-BB57-7AD8323666E9}" type="presParOf" srcId="{ABA6FEE4-6B6C-47F7-9889-276A06C26897}" destId="{4DE6845A-24E2-441E-AE9E-6172AF637242}" srcOrd="0" destOrd="0" presId="urn:microsoft.com/office/officeart/2005/8/layout/orgChart1"/>
    <dgm:cxn modelId="{DB6E2CD6-31E0-485C-8473-0A44F5EC3FB8}" type="presParOf" srcId="{ABA6FEE4-6B6C-47F7-9889-276A06C26897}" destId="{834CBBAC-492E-4704-8C6A-49F949A62D86}" srcOrd="1" destOrd="0" presId="urn:microsoft.com/office/officeart/2005/8/layout/orgChart1"/>
    <dgm:cxn modelId="{8841DE3E-EA20-44F9-AA44-9CDC3372E3A0}" type="presParOf" srcId="{E87B593E-80B0-46DD-8DC0-23B555F2DAF4}" destId="{543568CE-C3EE-4AF8-9273-BD403C1C7B4D}" srcOrd="1" destOrd="0" presId="urn:microsoft.com/office/officeart/2005/8/layout/orgChart1"/>
    <dgm:cxn modelId="{D8354D1D-E126-49EB-81D6-857A41061FB0}" type="presParOf" srcId="{E87B593E-80B0-46DD-8DC0-23B555F2DAF4}" destId="{9CE9B7A1-95C4-42BC-89AF-AA9C7B0D388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29A951-0ED0-4762-9943-21C891979DBD}" type="doc">
      <dgm:prSet loTypeId="urn:microsoft.com/office/officeart/2005/8/layout/matrix3" loCatId="matrix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ZA"/>
        </a:p>
      </dgm:t>
    </dgm:pt>
    <dgm:pt modelId="{F0260B0A-818A-4904-A2B6-92E19784A2A5}">
      <dgm:prSet phldrT="[Text]"/>
      <dgm:spPr/>
      <dgm:t>
        <a:bodyPr/>
        <a:lstStyle/>
        <a:p>
          <a:r>
            <a:rPr lang="en-US" dirty="0"/>
            <a:t>WORK</a:t>
          </a:r>
          <a:endParaRPr lang="en-ZA" dirty="0"/>
        </a:p>
      </dgm:t>
    </dgm:pt>
    <dgm:pt modelId="{1DE83C6E-FAA5-47B9-B63B-8A1F96ED1A99}" type="parTrans" cxnId="{7B9DFD63-07AA-4A5C-9F5B-297AE151E1EB}">
      <dgm:prSet/>
      <dgm:spPr/>
      <dgm:t>
        <a:bodyPr/>
        <a:lstStyle/>
        <a:p>
          <a:endParaRPr lang="en-ZA"/>
        </a:p>
      </dgm:t>
    </dgm:pt>
    <dgm:pt modelId="{C328877C-DAB4-47C2-81DF-672346570365}" type="sibTrans" cxnId="{7B9DFD63-07AA-4A5C-9F5B-297AE151E1EB}">
      <dgm:prSet/>
      <dgm:spPr/>
      <dgm:t>
        <a:bodyPr/>
        <a:lstStyle/>
        <a:p>
          <a:endParaRPr lang="en-ZA"/>
        </a:p>
      </dgm:t>
    </dgm:pt>
    <dgm:pt modelId="{6E776098-31B2-4933-AF26-0831E1DCF4AB}">
      <dgm:prSet phldrT="[Text]"/>
      <dgm:spPr/>
      <dgm:t>
        <a:bodyPr/>
        <a:lstStyle/>
        <a:p>
          <a:r>
            <a:rPr lang="en-US" dirty="0"/>
            <a:t>HARD</a:t>
          </a:r>
          <a:endParaRPr lang="en-ZA" dirty="0"/>
        </a:p>
      </dgm:t>
    </dgm:pt>
    <dgm:pt modelId="{59E1D934-726C-4B81-B62E-37B93E01572A}" type="parTrans" cxnId="{388BAF18-D7A9-479A-95B5-B27022140E05}">
      <dgm:prSet/>
      <dgm:spPr/>
      <dgm:t>
        <a:bodyPr/>
        <a:lstStyle/>
        <a:p>
          <a:endParaRPr lang="en-ZA"/>
        </a:p>
      </dgm:t>
    </dgm:pt>
    <dgm:pt modelId="{5989FFDE-495A-427F-BBCF-BCDF64E586E3}" type="sibTrans" cxnId="{388BAF18-D7A9-479A-95B5-B27022140E05}">
      <dgm:prSet/>
      <dgm:spPr/>
      <dgm:t>
        <a:bodyPr/>
        <a:lstStyle/>
        <a:p>
          <a:endParaRPr lang="en-ZA"/>
        </a:p>
      </dgm:t>
    </dgm:pt>
    <dgm:pt modelId="{D091E223-ACC1-4B34-B0B7-BD6775CFBD32}">
      <dgm:prSet phldrT="[Text]"/>
      <dgm:spPr/>
      <dgm:t>
        <a:bodyPr/>
        <a:lstStyle/>
        <a:p>
          <a:r>
            <a:rPr lang="en-US" dirty="0"/>
            <a:t>TIME</a:t>
          </a:r>
          <a:endParaRPr lang="en-ZA" dirty="0"/>
        </a:p>
      </dgm:t>
    </dgm:pt>
    <dgm:pt modelId="{4F8FEC1B-CD96-4F5C-8315-5F31ED74BB04}" type="parTrans" cxnId="{B208045D-EF02-41BB-B398-2C1A4F2838AD}">
      <dgm:prSet/>
      <dgm:spPr/>
      <dgm:t>
        <a:bodyPr/>
        <a:lstStyle/>
        <a:p>
          <a:endParaRPr lang="en-ZA"/>
        </a:p>
      </dgm:t>
    </dgm:pt>
    <dgm:pt modelId="{FA5BBCC9-8485-4DBF-A8F6-6C83F34AC85C}" type="sibTrans" cxnId="{B208045D-EF02-41BB-B398-2C1A4F2838AD}">
      <dgm:prSet/>
      <dgm:spPr/>
      <dgm:t>
        <a:bodyPr/>
        <a:lstStyle/>
        <a:p>
          <a:endParaRPr lang="en-ZA"/>
        </a:p>
      </dgm:t>
    </dgm:pt>
    <dgm:pt modelId="{87691720-0815-4E45-897A-0E250DBA337E}">
      <dgm:prSet phldrT="[Text]"/>
      <dgm:spPr/>
      <dgm:t>
        <a:bodyPr/>
        <a:lstStyle/>
        <a:p>
          <a:r>
            <a:rPr lang="en-US" dirty="0"/>
            <a:t>MANGEMENT</a:t>
          </a:r>
          <a:endParaRPr lang="en-ZA" dirty="0"/>
        </a:p>
      </dgm:t>
    </dgm:pt>
    <dgm:pt modelId="{125CF323-EAAA-4D4F-A28F-CED0E8CCC052}" type="parTrans" cxnId="{582F54A3-4BA9-4467-BCAF-E42A42FE4E32}">
      <dgm:prSet/>
      <dgm:spPr/>
      <dgm:t>
        <a:bodyPr/>
        <a:lstStyle/>
        <a:p>
          <a:endParaRPr lang="en-ZA"/>
        </a:p>
      </dgm:t>
    </dgm:pt>
    <dgm:pt modelId="{8573FF37-9E30-44B8-9A7B-DE86B26F765F}" type="sibTrans" cxnId="{582F54A3-4BA9-4467-BCAF-E42A42FE4E32}">
      <dgm:prSet/>
      <dgm:spPr/>
      <dgm:t>
        <a:bodyPr/>
        <a:lstStyle/>
        <a:p>
          <a:endParaRPr lang="en-ZA"/>
        </a:p>
      </dgm:t>
    </dgm:pt>
    <dgm:pt modelId="{93FFD8F5-84CF-4A9F-AFDB-6BA68E5BB83A}" type="pres">
      <dgm:prSet presAssocID="{EF29A951-0ED0-4762-9943-21C891979DBD}" presName="matrix" presStyleCnt="0">
        <dgm:presLayoutVars>
          <dgm:chMax val="1"/>
          <dgm:dir/>
          <dgm:resizeHandles val="exact"/>
        </dgm:presLayoutVars>
      </dgm:prSet>
      <dgm:spPr/>
    </dgm:pt>
    <dgm:pt modelId="{5F55E345-4A5B-47FA-901E-4B44FD486215}" type="pres">
      <dgm:prSet presAssocID="{EF29A951-0ED0-4762-9943-21C891979DBD}" presName="diamond" presStyleLbl="bgShp" presStyleIdx="0" presStyleCnt="1"/>
      <dgm:spPr/>
    </dgm:pt>
    <dgm:pt modelId="{C81924D1-3401-44E9-B387-4C0087045F67}" type="pres">
      <dgm:prSet presAssocID="{EF29A951-0ED0-4762-9943-21C891979DB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170B329-862C-4595-9EDB-42625A72B70B}" type="pres">
      <dgm:prSet presAssocID="{EF29A951-0ED0-4762-9943-21C891979DB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7F5D358-B405-4524-9B54-1BBD9D2F93FC}" type="pres">
      <dgm:prSet presAssocID="{EF29A951-0ED0-4762-9943-21C891979DB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263568E-D9FB-4F71-B1B1-248224C3D2F5}" type="pres">
      <dgm:prSet presAssocID="{EF29A951-0ED0-4762-9943-21C891979DB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88BAF18-D7A9-479A-95B5-B27022140E05}" srcId="{EF29A951-0ED0-4762-9943-21C891979DBD}" destId="{6E776098-31B2-4933-AF26-0831E1DCF4AB}" srcOrd="1" destOrd="0" parTransId="{59E1D934-726C-4B81-B62E-37B93E01572A}" sibTransId="{5989FFDE-495A-427F-BBCF-BCDF64E586E3}"/>
    <dgm:cxn modelId="{B208045D-EF02-41BB-B398-2C1A4F2838AD}" srcId="{EF29A951-0ED0-4762-9943-21C891979DBD}" destId="{D091E223-ACC1-4B34-B0B7-BD6775CFBD32}" srcOrd="2" destOrd="0" parTransId="{4F8FEC1B-CD96-4F5C-8315-5F31ED74BB04}" sibTransId="{FA5BBCC9-8485-4DBF-A8F6-6C83F34AC85C}"/>
    <dgm:cxn modelId="{7B9DFD63-07AA-4A5C-9F5B-297AE151E1EB}" srcId="{EF29A951-0ED0-4762-9943-21C891979DBD}" destId="{F0260B0A-818A-4904-A2B6-92E19784A2A5}" srcOrd="0" destOrd="0" parTransId="{1DE83C6E-FAA5-47B9-B63B-8A1F96ED1A99}" sibTransId="{C328877C-DAB4-47C2-81DF-672346570365}"/>
    <dgm:cxn modelId="{E4930A7F-CEFF-47CA-9DA1-7757184D07A5}" type="presOf" srcId="{87691720-0815-4E45-897A-0E250DBA337E}" destId="{F263568E-D9FB-4F71-B1B1-248224C3D2F5}" srcOrd="0" destOrd="0" presId="urn:microsoft.com/office/officeart/2005/8/layout/matrix3"/>
    <dgm:cxn modelId="{08A5DE82-1014-42A0-8F9F-FA60EF059E02}" type="presOf" srcId="{D091E223-ACC1-4B34-B0B7-BD6775CFBD32}" destId="{A7F5D358-B405-4524-9B54-1BBD9D2F93FC}" srcOrd="0" destOrd="0" presId="urn:microsoft.com/office/officeart/2005/8/layout/matrix3"/>
    <dgm:cxn modelId="{C5DE788C-266C-4D74-9569-CC9DE3CD0A5C}" type="presOf" srcId="{EF29A951-0ED0-4762-9943-21C891979DBD}" destId="{93FFD8F5-84CF-4A9F-AFDB-6BA68E5BB83A}" srcOrd="0" destOrd="0" presId="urn:microsoft.com/office/officeart/2005/8/layout/matrix3"/>
    <dgm:cxn modelId="{A9DDEE94-1930-484B-9445-933FCAF821DE}" type="presOf" srcId="{F0260B0A-818A-4904-A2B6-92E19784A2A5}" destId="{C81924D1-3401-44E9-B387-4C0087045F67}" srcOrd="0" destOrd="0" presId="urn:microsoft.com/office/officeart/2005/8/layout/matrix3"/>
    <dgm:cxn modelId="{582F54A3-4BA9-4467-BCAF-E42A42FE4E32}" srcId="{EF29A951-0ED0-4762-9943-21C891979DBD}" destId="{87691720-0815-4E45-897A-0E250DBA337E}" srcOrd="3" destOrd="0" parTransId="{125CF323-EAAA-4D4F-A28F-CED0E8CCC052}" sibTransId="{8573FF37-9E30-44B8-9A7B-DE86B26F765F}"/>
    <dgm:cxn modelId="{6F99B3CD-DDBA-428C-BEF2-76D33792C02C}" type="presOf" srcId="{6E776098-31B2-4933-AF26-0831E1DCF4AB}" destId="{8170B329-862C-4595-9EDB-42625A72B70B}" srcOrd="0" destOrd="0" presId="urn:microsoft.com/office/officeart/2005/8/layout/matrix3"/>
    <dgm:cxn modelId="{C91590EC-00DF-4D10-B711-4FE7060E5A4D}" type="presParOf" srcId="{93FFD8F5-84CF-4A9F-AFDB-6BA68E5BB83A}" destId="{5F55E345-4A5B-47FA-901E-4B44FD486215}" srcOrd="0" destOrd="0" presId="urn:microsoft.com/office/officeart/2005/8/layout/matrix3"/>
    <dgm:cxn modelId="{3A596938-DB6E-4711-BBE6-F3C9EB4B0F50}" type="presParOf" srcId="{93FFD8F5-84CF-4A9F-AFDB-6BA68E5BB83A}" destId="{C81924D1-3401-44E9-B387-4C0087045F67}" srcOrd="1" destOrd="0" presId="urn:microsoft.com/office/officeart/2005/8/layout/matrix3"/>
    <dgm:cxn modelId="{1C3BAF2B-B40F-4D72-9070-4BB1013AF26F}" type="presParOf" srcId="{93FFD8F5-84CF-4A9F-AFDB-6BA68E5BB83A}" destId="{8170B329-862C-4595-9EDB-42625A72B70B}" srcOrd="2" destOrd="0" presId="urn:microsoft.com/office/officeart/2005/8/layout/matrix3"/>
    <dgm:cxn modelId="{B2D81A81-73CF-47ED-A3E4-B63E5F0219FA}" type="presParOf" srcId="{93FFD8F5-84CF-4A9F-AFDB-6BA68E5BB83A}" destId="{A7F5D358-B405-4524-9B54-1BBD9D2F93FC}" srcOrd="3" destOrd="0" presId="urn:microsoft.com/office/officeart/2005/8/layout/matrix3"/>
    <dgm:cxn modelId="{5FA56ACF-C159-432D-ABB6-07F20F478F4D}" type="presParOf" srcId="{93FFD8F5-84CF-4A9F-AFDB-6BA68E5BB83A}" destId="{F263568E-D9FB-4F71-B1B1-248224C3D2F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F61094-E197-4C4D-B142-A244F9F66D3A}">
      <dsp:nvSpPr>
        <dsp:cNvPr id="0" name=""/>
        <dsp:cNvSpPr/>
      </dsp:nvSpPr>
      <dsp:spPr>
        <a:xfrm>
          <a:off x="4086055" y="1011515"/>
          <a:ext cx="212100" cy="929203"/>
        </a:xfrm>
        <a:custGeom>
          <a:avLst/>
          <a:gdLst/>
          <a:ahLst/>
          <a:cxnLst/>
          <a:rect l="0" t="0" r="0" b="0"/>
          <a:pathLst>
            <a:path>
              <a:moveTo>
                <a:pt x="212100" y="0"/>
              </a:moveTo>
              <a:lnTo>
                <a:pt x="212100" y="929203"/>
              </a:lnTo>
              <a:lnTo>
                <a:pt x="0" y="929203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BAF7FD-697B-4B09-A2FB-91CFA2005FA6}">
      <dsp:nvSpPr>
        <dsp:cNvPr id="0" name=""/>
        <dsp:cNvSpPr/>
      </dsp:nvSpPr>
      <dsp:spPr>
        <a:xfrm>
          <a:off x="4298156" y="1011515"/>
          <a:ext cx="2444208" cy="1858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06"/>
              </a:lnTo>
              <a:lnTo>
                <a:pt x="2444208" y="1646306"/>
              </a:lnTo>
              <a:lnTo>
                <a:pt x="2444208" y="1858406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B2D6B3-8004-4D79-9D8B-71865782E4DE}">
      <dsp:nvSpPr>
        <dsp:cNvPr id="0" name=""/>
        <dsp:cNvSpPr/>
      </dsp:nvSpPr>
      <dsp:spPr>
        <a:xfrm>
          <a:off x="4252436" y="1011515"/>
          <a:ext cx="91440" cy="185840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58406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5D04CB-805B-42BE-8E27-69A7484232E7}">
      <dsp:nvSpPr>
        <dsp:cNvPr id="0" name=""/>
        <dsp:cNvSpPr/>
      </dsp:nvSpPr>
      <dsp:spPr>
        <a:xfrm>
          <a:off x="1853947" y="1011515"/>
          <a:ext cx="2444208" cy="1858406"/>
        </a:xfrm>
        <a:custGeom>
          <a:avLst/>
          <a:gdLst/>
          <a:ahLst/>
          <a:cxnLst/>
          <a:rect l="0" t="0" r="0" b="0"/>
          <a:pathLst>
            <a:path>
              <a:moveTo>
                <a:pt x="2444208" y="0"/>
              </a:moveTo>
              <a:lnTo>
                <a:pt x="2444208" y="1646306"/>
              </a:lnTo>
              <a:lnTo>
                <a:pt x="0" y="1646306"/>
              </a:lnTo>
              <a:lnTo>
                <a:pt x="0" y="1858406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6BAC07-3FC0-4CEA-AC60-FCF9E4CD4505}">
      <dsp:nvSpPr>
        <dsp:cNvPr id="0" name=""/>
        <dsp:cNvSpPr/>
      </dsp:nvSpPr>
      <dsp:spPr>
        <a:xfrm>
          <a:off x="3288152" y="1511"/>
          <a:ext cx="2020007" cy="10100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Enterpreuer</a:t>
          </a:r>
          <a:endParaRPr lang="en-ZA" sz="2900" kern="1200" dirty="0"/>
        </a:p>
      </dsp:txBody>
      <dsp:txXfrm>
        <a:off x="3288152" y="1511"/>
        <a:ext cx="2020007" cy="1010003"/>
      </dsp:txXfrm>
    </dsp:sp>
    <dsp:sp modelId="{79C919AE-68BC-47D3-95F8-60E65A54F75D}">
      <dsp:nvSpPr>
        <dsp:cNvPr id="0" name=""/>
        <dsp:cNvSpPr/>
      </dsp:nvSpPr>
      <dsp:spPr>
        <a:xfrm>
          <a:off x="843943" y="2869921"/>
          <a:ext cx="2020007" cy="10100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money</a:t>
          </a:r>
          <a:endParaRPr lang="en-ZA" sz="2900" kern="1200" dirty="0"/>
        </a:p>
      </dsp:txBody>
      <dsp:txXfrm>
        <a:off x="843943" y="2869921"/>
        <a:ext cx="2020007" cy="1010003"/>
      </dsp:txXfrm>
    </dsp:sp>
    <dsp:sp modelId="{0EB501E4-446C-4879-9DBD-695762AFDFFD}">
      <dsp:nvSpPr>
        <dsp:cNvPr id="0" name=""/>
        <dsp:cNvSpPr/>
      </dsp:nvSpPr>
      <dsp:spPr>
        <a:xfrm>
          <a:off x="3288152" y="2869921"/>
          <a:ext cx="2020007" cy="10100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apps</a:t>
          </a:r>
          <a:endParaRPr lang="en-ZA" sz="2900" kern="1200" dirty="0"/>
        </a:p>
      </dsp:txBody>
      <dsp:txXfrm>
        <a:off x="3288152" y="2869921"/>
        <a:ext cx="2020007" cy="1010003"/>
      </dsp:txXfrm>
    </dsp:sp>
    <dsp:sp modelId="{9AC0143A-D6FE-446B-BAE6-36725B0F68FE}">
      <dsp:nvSpPr>
        <dsp:cNvPr id="0" name=""/>
        <dsp:cNvSpPr/>
      </dsp:nvSpPr>
      <dsp:spPr>
        <a:xfrm>
          <a:off x="5732361" y="2869921"/>
          <a:ext cx="2020007" cy="10100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profit</a:t>
          </a:r>
          <a:endParaRPr lang="en-ZA" sz="2900" kern="1200" dirty="0"/>
        </a:p>
      </dsp:txBody>
      <dsp:txXfrm>
        <a:off x="5732361" y="2869921"/>
        <a:ext cx="2020007" cy="1010003"/>
      </dsp:txXfrm>
    </dsp:sp>
    <dsp:sp modelId="{4DE6845A-24E2-441E-AE9E-6172AF637242}">
      <dsp:nvSpPr>
        <dsp:cNvPr id="0" name=""/>
        <dsp:cNvSpPr/>
      </dsp:nvSpPr>
      <dsp:spPr>
        <a:xfrm>
          <a:off x="2066047" y="1435716"/>
          <a:ext cx="2020007" cy="10100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business</a:t>
          </a:r>
          <a:endParaRPr lang="en-ZA" sz="2900" kern="1200" dirty="0"/>
        </a:p>
      </dsp:txBody>
      <dsp:txXfrm>
        <a:off x="2066047" y="1435716"/>
        <a:ext cx="2020007" cy="101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5E345-4A5B-47FA-901E-4B44FD486215}">
      <dsp:nvSpPr>
        <dsp:cNvPr id="0" name=""/>
        <dsp:cNvSpPr/>
      </dsp:nvSpPr>
      <dsp:spPr>
        <a:xfrm>
          <a:off x="266916" y="0"/>
          <a:ext cx="3440110" cy="3440110"/>
        </a:xfrm>
        <a:prstGeom prst="diamond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1924D1-3401-44E9-B387-4C0087045F67}">
      <dsp:nvSpPr>
        <dsp:cNvPr id="0" name=""/>
        <dsp:cNvSpPr/>
      </dsp:nvSpPr>
      <dsp:spPr>
        <a:xfrm>
          <a:off x="593726" y="326810"/>
          <a:ext cx="1341642" cy="13416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WORK</a:t>
          </a:r>
          <a:endParaRPr lang="en-ZA" sz="1500" kern="1200" dirty="0"/>
        </a:p>
      </dsp:txBody>
      <dsp:txXfrm>
        <a:off x="659220" y="392304"/>
        <a:ext cx="1210654" cy="1210654"/>
      </dsp:txXfrm>
    </dsp:sp>
    <dsp:sp modelId="{8170B329-862C-4595-9EDB-42625A72B70B}">
      <dsp:nvSpPr>
        <dsp:cNvPr id="0" name=""/>
        <dsp:cNvSpPr/>
      </dsp:nvSpPr>
      <dsp:spPr>
        <a:xfrm>
          <a:off x="2038573" y="326810"/>
          <a:ext cx="1341642" cy="13416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HARD</a:t>
          </a:r>
          <a:endParaRPr lang="en-ZA" sz="1500" kern="1200" dirty="0"/>
        </a:p>
      </dsp:txBody>
      <dsp:txXfrm>
        <a:off x="2104067" y="392304"/>
        <a:ext cx="1210654" cy="1210654"/>
      </dsp:txXfrm>
    </dsp:sp>
    <dsp:sp modelId="{A7F5D358-B405-4524-9B54-1BBD9D2F93FC}">
      <dsp:nvSpPr>
        <dsp:cNvPr id="0" name=""/>
        <dsp:cNvSpPr/>
      </dsp:nvSpPr>
      <dsp:spPr>
        <a:xfrm>
          <a:off x="593726" y="1771656"/>
          <a:ext cx="1341642" cy="13416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TIME</a:t>
          </a:r>
          <a:endParaRPr lang="en-ZA" sz="1500" kern="1200" dirty="0"/>
        </a:p>
      </dsp:txBody>
      <dsp:txXfrm>
        <a:off x="659220" y="1837150"/>
        <a:ext cx="1210654" cy="1210654"/>
      </dsp:txXfrm>
    </dsp:sp>
    <dsp:sp modelId="{F263568E-D9FB-4F71-B1B1-248224C3D2F5}">
      <dsp:nvSpPr>
        <dsp:cNvPr id="0" name=""/>
        <dsp:cNvSpPr/>
      </dsp:nvSpPr>
      <dsp:spPr>
        <a:xfrm>
          <a:off x="2038573" y="1771656"/>
          <a:ext cx="1341642" cy="134164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MANGEMENT</a:t>
          </a:r>
          <a:endParaRPr lang="en-ZA" sz="1500" kern="1200" dirty="0"/>
        </a:p>
      </dsp:txBody>
      <dsp:txXfrm>
        <a:off x="2104067" y="1837150"/>
        <a:ext cx="1210654" cy="1210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A3D4E8-6285-BBAC-35C7-8B2F7AFB68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13AC8-92F0-2233-3DEE-BBDEEA52B2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D626B-F8A7-424A-86B3-CE24F7D03D19}" type="datetimeFigureOut">
              <a:rPr lang="en-ZA" smtClean="0"/>
              <a:t>2022/06/01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DB402-570E-D8B1-BCC9-56799BDE32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ZA"/>
              <a:t>32462409 BS KHOZA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DAB27-D5D9-BF17-D2B9-E1BBD80A44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36398-F3C0-41BD-A81F-4DA596B0B62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948654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A0D13-6032-49DC-B4A4-D71ABEBD2235}" type="datetimeFigureOut">
              <a:rPr lang="en-ZA" smtClean="0"/>
              <a:t>2022/06/01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ZA"/>
              <a:t>32462409 BS KHOZA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4104B-E51B-4D98-AB94-A70A3E6C30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44917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654CC-DDB3-41A1-8806-AAC7CEEC4BF3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7302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C3260-5A3C-4956-9E3D-00993968E4CF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0926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E67D-299F-4724-B7EE-616B39ADA5E8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2457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CAEC-8F3A-4B69-9FDE-8828D14F9B9E}" type="datetime1">
              <a:rPr lang="en-ZA" smtClean="0"/>
              <a:t>2022/06/01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1441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8A323-F639-4C83-B0F6-1A48F4504BF9}" type="datetime1">
              <a:rPr lang="en-ZA" smtClean="0"/>
              <a:t>2022/06/01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2129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ACEA-D601-4C02-8187-9E808C2428E6}" type="datetime1">
              <a:rPr lang="en-ZA" smtClean="0"/>
              <a:t>2022/06/01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6455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13D8B-D862-4844-BE98-894F2F42F3E4}" type="datetime1">
              <a:rPr lang="en-ZA" smtClean="0"/>
              <a:t>2022/06/01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490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23169-A241-4E9F-A362-05FC19069BA0}" type="datetime1">
              <a:rPr lang="en-ZA" smtClean="0"/>
              <a:t>2022/06/01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6438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F82AB-F94D-4246-826D-F2EE20DF7617}" type="datetime1">
              <a:rPr lang="en-ZA" smtClean="0"/>
              <a:t>2022/06/01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463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98131-0293-48CB-AA32-F3FAA1FA92CF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7331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98131-0293-48CB-AA32-F3FAA1FA92CF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4443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98131-0293-48CB-AA32-F3FAA1FA92CF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1054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98131-0293-48CB-AA32-F3FAA1FA92CF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0913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98131-0293-48CB-AA32-F3FAA1FA92CF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7289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12682-3476-47F4-8A32-960A14A0B666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83673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73F3-325E-4F64-BF1A-AE68A3DCFF62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29036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98131-0293-48CB-AA32-F3FAA1FA92CF}" type="datetime1">
              <a:rPr lang="en-ZA" smtClean="0"/>
              <a:t>2022/06/01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ZA"/>
              <a:t>32462409 BS KHOZA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84AFD4-C0DD-4A31-BC67-07A147EF34E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939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creditcardguide.com/signup-bonus-math-the-best-return-on-credit-card-spend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Droplet of water">
            <a:extLst>
              <a:ext uri="{FF2B5EF4-FFF2-40B4-BE49-F238E27FC236}">
                <a16:creationId xmlns:a16="http://schemas.microsoft.com/office/drawing/2014/main" id="{20650F2F-A40E-55A1-50BB-47E2E101E9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33" r="5329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A4F26E-9864-3E14-66E9-50DD8EFD2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867" y="1678666"/>
            <a:ext cx="4088190" cy="2369093"/>
          </a:xfrm>
        </p:spPr>
        <p:txBody>
          <a:bodyPr>
            <a:normAutofit/>
          </a:bodyPr>
          <a:lstStyle/>
          <a:p>
            <a:r>
              <a:rPr lang="en-US" sz="4800"/>
              <a:t>TREY RESEARCH</a:t>
            </a:r>
            <a:endParaRPr lang="en-ZA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E744C-848D-05A5-BD8F-15D962815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35" y="4050831"/>
            <a:ext cx="4079721" cy="1096901"/>
          </a:xfrm>
        </p:spPr>
        <p:txBody>
          <a:bodyPr>
            <a:normAutofit/>
          </a:bodyPr>
          <a:lstStyle/>
          <a:p>
            <a:r>
              <a:rPr lang="en-US" sz="1600" dirty="0"/>
              <a:t>The future possibilities</a:t>
            </a:r>
          </a:p>
          <a:p>
            <a:endParaRPr lang="en-ZA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7C1A16-B8AB-4D99-A195-A38F556A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8A9B20B-D1DD-4573-B5EC-558029519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23">
            <a:extLst>
              <a:ext uri="{FF2B5EF4-FFF2-40B4-BE49-F238E27FC236}">
                <a16:creationId xmlns:a16="http://schemas.microsoft.com/office/drawing/2014/main" id="{66D61E08-70C3-48D8-BEA0-787111DC3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FC55298F-0AE5-478E-AD2B-03C2614C5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Isosceles Triangle 24">
            <a:extLst>
              <a:ext uri="{FF2B5EF4-FFF2-40B4-BE49-F238E27FC236}">
                <a16:creationId xmlns:a16="http://schemas.microsoft.com/office/drawing/2014/main" id="{C180E4EA-0B63-4779-A895-7E90E710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CEE01D9D-3DE8-4EED-B0D3-8F3C79CC7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Rectangle 28">
            <a:extLst>
              <a:ext uri="{FF2B5EF4-FFF2-40B4-BE49-F238E27FC236}">
                <a16:creationId xmlns:a16="http://schemas.microsoft.com/office/drawing/2014/main" id="{89AF5CE9-607F-43F4-8983-DCD6DA40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9">
            <a:extLst>
              <a:ext uri="{FF2B5EF4-FFF2-40B4-BE49-F238E27FC236}">
                <a16:creationId xmlns:a16="http://schemas.microsoft.com/office/drawing/2014/main" id="{6EEA2DBD-9E1E-4521-8C01-F32AD18A8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Isosceles Triangle 29">
            <a:extLst>
              <a:ext uri="{FF2B5EF4-FFF2-40B4-BE49-F238E27FC236}">
                <a16:creationId xmlns:a16="http://schemas.microsoft.com/office/drawing/2014/main" id="{15BBD2C1-BA9B-46A9-A27A-33498B16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61950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15">
            <a:extLst>
              <a:ext uri="{FF2B5EF4-FFF2-40B4-BE49-F238E27FC236}">
                <a16:creationId xmlns:a16="http://schemas.microsoft.com/office/drawing/2014/main" id="{D94A7024-D948-494D-8920-BBA2DA07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A3B3B-F7BD-0863-9DA2-1A38ACE8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DIGITAL MARKETING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492E2-E2B2-6A6E-54D7-04E463CD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>
                <a:solidFill>
                  <a:srgbClr val="FFFFFF"/>
                </a:solidFill>
              </a:rPr>
              <a:t>32462409 BS KHOZA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1A841AA-223D-C5B0-8D96-2710862368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92205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9027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DE63E-67EB-9446-F134-0D488625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DIGITAL MARKETING</a:t>
            </a:r>
            <a:endParaRPr lang="en-ZA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85C24-6617-231D-A91B-E977ED43A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3" y="6182876"/>
            <a:ext cx="629761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/>
              <a:t>32462409 BS KHOZA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01AE5B2-7923-FF37-1763-DF89D82B48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08513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6253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13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646FC5-1D41-7073-5484-7894F361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MONEY</a:t>
            </a:r>
          </a:p>
        </p:txBody>
      </p:sp>
      <p:pic>
        <p:nvPicPr>
          <p:cNvPr id="6" name="Content Placeholder 5" descr="A pile of money&#10;&#10;Description automatically generated with low confidence">
            <a:extLst>
              <a:ext uri="{FF2B5EF4-FFF2-40B4-BE49-F238E27FC236}">
                <a16:creationId xmlns:a16="http://schemas.microsoft.com/office/drawing/2014/main" id="{08054CE1-D0D3-DE31-7FCE-189F19117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197140" y="934222"/>
            <a:ext cx="5865688" cy="32994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1058B-40F9-B696-71DF-E4B4361C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352651"/>
            <a:ext cx="62976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32462409 BS KHOZA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ABD63-28E2-0C62-2343-F6195CC41996}"/>
              </a:ext>
            </a:extLst>
          </p:cNvPr>
          <p:cNvSpPr txBox="1"/>
          <p:nvPr/>
        </p:nvSpPr>
        <p:spPr>
          <a:xfrm>
            <a:off x="5375874" y="4033617"/>
            <a:ext cx="268695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ZA" sz="700">
                <a:solidFill>
                  <a:srgbClr val="FFFFFF"/>
                </a:solidFill>
                <a:hlinkClick r:id="rId3" tooltip="https://www.uscreditcardguide.com/signup-bonus-math-the-best-return-on-credit-card-spend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ZA" sz="700">
                <a:solidFill>
                  <a:srgbClr val="FFFFFF"/>
                </a:solidFill>
              </a:rPr>
              <a:t> by Unknown Author is licensed under </a:t>
            </a:r>
            <a:r>
              <a:rPr lang="en-ZA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ZA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338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ECC23-9768-409C-6368-2B248B836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TO BE SUCCESSFULL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07A09-2CCE-5CA8-84C5-476D855F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95899" y="6182876"/>
            <a:ext cx="459863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</a:rPr>
              <a:t>32462409 BS KHOZA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104AE1-FF26-D21E-9D30-1612034332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313095"/>
              </p:ext>
            </p:extLst>
          </p:nvPr>
        </p:nvGraphicFramePr>
        <p:xfrm>
          <a:off x="673754" y="2160590"/>
          <a:ext cx="3973943" cy="344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212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79CB35F8A494DADF5D80A005B4F9F" ma:contentTypeVersion="4" ma:contentTypeDescription="Create a new document." ma:contentTypeScope="" ma:versionID="4adaebb82adfc37161886e3aca89a335">
  <xsd:schema xmlns:xsd="http://www.w3.org/2001/XMLSchema" xmlns:xs="http://www.w3.org/2001/XMLSchema" xmlns:p="http://schemas.microsoft.com/office/2006/metadata/properties" xmlns:ns3="de0971fe-b126-437a-b420-bce034fd7e1d" targetNamespace="http://schemas.microsoft.com/office/2006/metadata/properties" ma:root="true" ma:fieldsID="90e5047a62fcbf74b3fb7233a3387fd2" ns3:_="">
    <xsd:import namespace="de0971fe-b126-437a-b420-bce034fd7e1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971fe-b126-437a-b420-bce034fd7e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7576FD-E611-44A1-B1D1-77DF29CEA5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0971fe-b126-437a-b420-bce034fd7e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6390FB-0D03-458A-AD08-1825EE2F4C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D62D58-D46A-46D6-BF34-5E2B49ACD908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de0971fe-b126-437a-b420-bce034fd7e1d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47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Trebuchet MS</vt:lpstr>
      <vt:lpstr>Wingdings 3</vt:lpstr>
      <vt:lpstr>Facet</vt:lpstr>
      <vt:lpstr>TREY RESEARCH</vt:lpstr>
      <vt:lpstr>DIGITAL MARKETING</vt:lpstr>
      <vt:lpstr>DIGITAL MARKETING</vt:lpstr>
      <vt:lpstr>MONEY</vt:lpstr>
      <vt:lpstr>HOW TO BE SUCCESSFULL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TREY RESEARCH</dc:title>
  <dc:creator>SANDILE KHOZA</dc:creator>
  <cp:lastModifiedBy>SANDILE KHOZA</cp:lastModifiedBy>
  <cp:revision>1</cp:revision>
  <dcterms:created xsi:type="dcterms:W3CDTF">2022-06-01T07:48:37Z</dcterms:created>
  <dcterms:modified xsi:type="dcterms:W3CDTF">2022-06-01T08:23:25Z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0x01010082179CB35F8A494DADF5D80A005B4F9F</vt:lpwstr>
  </property>
</Properties>
</file>